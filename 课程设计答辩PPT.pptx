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16459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164592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0" y="2286000"/>
            <a:ext cx="164592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校园二手交易平台</a:t>
            </a:r>
          </a:p>
          <a:p>
            <a:pPr>
              <a:spcBef>
                <a:spcPts val="800"/>
              </a:spcBef>
              <a:defRPr sz="2200">
                <a:solidFill>
                  <a:srgbClr val="00D2FF"/>
                </a:solidFill>
              </a:defRPr>
            </a:pPr>
            <a:r>
              <a:t>Campus Second-Hand Trading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rPr dirty="0" err="1"/>
              <a:t>基于</a:t>
            </a:r>
            <a:r>
              <a:rPr dirty="0"/>
              <a:t> Qt6/C++ 与 MySQL </a:t>
            </a:r>
            <a:r>
              <a:rPr dirty="0" err="1"/>
              <a:t>的桌面端交易平台</a:t>
            </a:r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8888AA"/>
                </a:solidFill>
              </a:defRPr>
            </a:pPr>
            <a:r>
              <a:rPr dirty="0" err="1"/>
              <a:t>涵盖用户系统</a:t>
            </a:r>
            <a:r>
              <a:rPr dirty="0"/>
              <a:t> · </a:t>
            </a:r>
            <a:r>
              <a:rPr dirty="0" err="1"/>
              <a:t>数据库设计</a:t>
            </a:r>
            <a:r>
              <a:rPr dirty="0"/>
              <a:t> · </a:t>
            </a:r>
            <a:r>
              <a:rPr dirty="0" err="1"/>
              <a:t>社交关注</a:t>
            </a:r>
            <a:r>
              <a:rPr dirty="0"/>
              <a:t> · </a:t>
            </a:r>
            <a:r>
              <a:rPr dirty="0" err="1"/>
              <a:t>实时聊天</a:t>
            </a:r>
            <a:r>
              <a:rPr dirty="0"/>
              <a:t> · </a:t>
            </a:r>
            <a:r>
              <a:rPr dirty="0" err="1"/>
              <a:t>界面交互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77799"/>
                </a:solidFill>
              </a:defRPr>
            </a:pPr>
            <a:r>
              <a:t>技术栈: Qt 6.10.3 | C++17 | MariaDB/MySQL | TCP/SSL | Qt Widgets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46304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4475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注册登录系统</a:t>
            </a:r>
          </a:p>
          <a:p>
            <a:pPr>
              <a:spcBef>
                <a:spcPts val="400"/>
              </a:spcBef>
              <a:defRPr sz="1300">
                <a:solidFill>
                  <a:srgbClr val="CCCCDD"/>
                </a:solidFill>
              </a:defRPr>
            </a:pPr>
            <a:r>
              <a:t>邮箱验证码注册 · SHA-256登录 · 会话管理 · 密码找回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4231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40487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数据库系统</a:t>
            </a:r>
          </a:p>
          <a:p>
            <a:pPr>
              <a:spcBef>
                <a:spcPts val="400"/>
              </a:spcBef>
              <a:defRPr sz="1300">
                <a:solidFill>
                  <a:srgbClr val="CCCCDD"/>
                </a:solidFill>
              </a:defRPr>
            </a:pPr>
            <a:r>
              <a:t>MySQL/MariaDB · 6表设计 · Schema Evolution · 参数化查询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3832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649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关注系统</a:t>
            </a:r>
          </a:p>
          <a:p>
            <a:pPr>
              <a:spcBef>
                <a:spcPts val="400"/>
              </a:spcBef>
              <a:defRPr sz="1300">
                <a:solidFill>
                  <a:srgbClr val="CCCCDD"/>
                </a:solidFill>
              </a:defRPr>
            </a:pPr>
            <a:r>
              <a:t>关注/取消关注 · 用户发现 · 搜索筛选 · 商品查看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34340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2511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聊天系统</a:t>
            </a:r>
          </a:p>
          <a:p>
            <a:pPr>
              <a:spcBef>
                <a:spcPts val="400"/>
              </a:spcBef>
              <a:defRPr sz="1300">
                <a:solidFill>
                  <a:srgbClr val="CCCCDD"/>
                </a:solidFill>
              </a:defRPr>
            </a:pPr>
            <a:r>
              <a:t>TCP实时通信 · HTTP图片服务 · 在线状态 · 消息通知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30352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28523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页面UI设计</a:t>
            </a:r>
          </a:p>
          <a:p>
            <a:pPr>
              <a:spcBef>
                <a:spcPts val="400"/>
              </a:spcBef>
              <a:defRPr sz="1300">
                <a:solidFill>
                  <a:srgbClr val="CCCCDD"/>
                </a:solidFill>
              </a:defRPr>
            </a:pPr>
            <a:r>
              <a:t>12页面架构 · 卡片式布局 · 底部导航 · 灵动岛通知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第一部分：注册登录系统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邮箱验证码 · SHA-256认证 · 会话管理 · 密码找回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📝 用户注册 RegisterDialog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邮箱 + 验证码注册，确保邮箱真实性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用户名/邮箱唯一性校验，防止重复注册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SHA-256 哈希密码存储，不存明文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60秒发送冷却计时，防止验证码滥用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完整表单校验（空值、格式、两次密码一致性）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🔑 用户登录 LoginWindow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支持用户名或邮箱两种方式登录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SHA-256 密码哈希比对验证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5次登录失败锁定，防暴力破解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生成64位随机会话令牌，写入数据库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参数化查询防SQL注入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回车键快捷登录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54864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🔒 密码找回 ForgotPasswordDialog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两步验证流程：邮箱验证 → 重置密码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邮箱未注册时引导跳转注册页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密码长度最低6位校验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新密码SHA-256哈希后更新数据库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54864" cy="1920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📧 验证码管理 VerificationCodeManager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Meyer's Singleton 单例模式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QRandomGenerator 生成6位数字验证码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QMap&lt;email, {code, time}&gt; 内存存储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5分钟过期自动清理（generate时触发）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验证后立即删除，防重放攻击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进程重启自动失效（安全特性）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4160520"/>
            <a:ext cx="54864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✉️ SMTP 邮件发送 SmtpSender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显式有限状态机驱动 SMTP 会话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Init→EHLO→AUTH LOGIN→USER→PASS→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MAIL FROM→RCPT TO→DATA→BODY→QUIT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SSL/TLS 加密连接（端口465）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Base64 编码认证信息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10秒超时保护，防止连接挂死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QSslSocket 非阻塞异步发送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023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4160520"/>
            <a:ext cx="54864" cy="19202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1C40F"/>
                </a:solidFill>
              </a:defRPr>
            </a:pPr>
            <a:r>
              <a:t>🛡️ 会话安全机制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登录时生成 session_token 写入 users 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新登录覆盖旧令牌（单设备登录策略）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MainWindow 每30秒校验 session_token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其他设备登录时自动退出并提示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主动退出清空 token，防止误判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第二部分：数据库系统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MySQL/MariaDB · 6表设计 · Schema Evolution · 参数化查询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🗄️ DbManager — 数据库自举与 Schema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Meyer's Singleton 单例模式，进程级唯一连接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双阶段初始化：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① 无库临时连接 → CREATE DATABASE IF NOT EXISTS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② 目标库正式连接 → CREATE TABLE IF NOT EXISTS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Schema Evolution 策略：ALTER TABLE ADD COLUMN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+ 忽略 1060 错误码实现幂等性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SET FOREIGN_KEY_CHECKS 管理外键依赖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utf8mb4 字符集，支持完整 Unicode（含 Emoji）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所有查询使用参数化绑定，防止 SQL 注入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📊 6张核心表设计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users — 用户账户（id, username, email, password_hash, session_token）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products — 商品信息（id, title, price, description, seller_id, status,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category, images LONGTEXT, created_at）+ 外键→users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orders — 订单信息（product_id, buyer_id, seller_id, status,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offer_price, created_at）+ 三外键约束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messages — 聊天消息（sender_id, receiver_id, product_id,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content, is_read, created_at）+ 两外键→users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user_profiles — 用户资料（user_id PK+FK, gender, address,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shipping/receiving_address, avatar TEXT）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followers — 关注关系（follower_id, followed_id,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created_at, UNIQUE联合唯一约束）+ 两外键→users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54864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343400"/>
            <a:ext cx="54864" cy="2011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7939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📋 订单生命周期管理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6种订单状态流转：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0=PendingConfirm → 2=PendingShip → 5=Shipped → 3=Completed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任意状态可转为 4=Cancelled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offer_price 支持议价功能（nullable DECIMAL）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买家 → 卖家 → 买家 双向状态流转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ProfilePage 6维统计：发布/购买/待确认/待发货/待收货/已完成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6个 OrderListPage 实例，按不同 SQL 条件查询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第三部分：关注系统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关注/取消关注 · 用户发现 · 搜索筛选 · 商品查看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👥 FollowersDialog — 双标签页设计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Tab 1「已关注」— JOIN查询当前用户的关注列表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按 created_at 倒序，支持用户名搜索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「取消关注」按钮，DELETE 操作 + 确认弹窗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Tab 2「发现用户」— 列出所有非己用户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已关注用户显示 ✅ 标记且不可重复选择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搜索过滤 + 一键关注 INSERT 操作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按钮样式动态切换（蓝/红）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🗃️ 数据库层 followers 表设计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UNIQUE(follower_id, followed_id) 联合唯一约束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防止重复关注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follower_id / followed_id 双外键 → users(id)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created_at 记录关注时间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参数化 SQL 防注入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INSERT/DELETE + SELECT COUNT 状态查询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🔗 集成与联动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HomePage 统计栏显示关注数量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ChatDialog 内嵌关注/取消关注按钮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isFollowing() 实时查询状态 → updateFollowButton()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UserProductsDialog 查看关注用户的商品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关注变更后 emit followChanged() 刷新统计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双击列表项查看该用户发布的商品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54864" cy="2011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965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🔄 关注系统交互流程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① 用户点击「👥 关注」→ FollowersDialog 弹窗 → 默认显示「已关注」Tab → loadFollowers() 查询 followers JOIN users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② 切换到「发现用户」Tab → loadUsers() 查询所有非己用户 → 已关注的标记 ✅ + 不可选中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③ 选中用户 → 点击「关注」→ INSERT INTO followers → 更新UI为 ✅ (已关注) + 不可选 → emit followChanged()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④ 选中已关注用户 → 点击「取消关注」→ 确认弹窗 → DELETE FROM followers → 更新UI → emit followChanged()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⑤ 双击用户 → emit viewUserProducts() → 打开 UserProductsDialog 查看该用户的在售商品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第四部分：聊天系统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TCP实时通信 · HTTP图片服务 · 自定义协议 · 消息通知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🖥️ ChatServer — 双协议服务端 (chat_server.exe)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TCP聊天协议（端口8888）：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4字节大端序长度前缀 + JSON payload 组帧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消息类型: login / logout / message / ping / pong / user_list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单线程事件驱动（Qt信号槽 + 非阻塞I/O）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m_clients 管理所有连接，m_userToSocket 路由消息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多点登录互踢：新登录→旧连接发送提示→断开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broadcastUserList() 广播在线用户变更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30s ping/pong 心跳保活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🌐 ChatServer — HTTP 图片服务（端口9999）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POST /upload — 接收图片数据 → 保存到 images/ 目录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生成唯一文件名: 时间戳_随机数.ext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返回 JSON {url: "http://host:9999/images/xxx.jpg"}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GET /images/&lt;file&gt; — 返回图片文件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MIME类型自动识别（jpg/png/gif/bmp/webp）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安全校验：禁止 .. 路径穿越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手动解析 HTTP 请求头 + Content-Length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短连接模式（Connection: close）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📡 ChatClient — TCP客户端 Singleton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持久TCP连接 + JSON协议通信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自动重连：非主动断开时 5s 间隔重连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30s ping 心跳，保活检测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帧同步：4字节长度前缀粘包/拆包处理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QSet&lt;int&gt; 本地维护在线用户状态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信号驱动：messageReceived/userListChanged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loginSuccess/disconnected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4160520"/>
            <a:ext cx="54864" cy="2011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💬 ChatBubble — 聊天气泡控件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独立 QWidget，轻量渲染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isSelf=true → 蓝色气泡右对齐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isSelf=false → 白色气泡左对齐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最大宽度260px，自动换行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时间戳显示（HH:mm格式）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QHBoxLayout + QSpacerItem 弹性对齐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QSS 内联样式（圆角、阴影、配色）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4160520"/>
            <a:ext cx="54864" cy="20116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1C40F"/>
                </a:solidFill>
              </a:defRPr>
            </a:pPr>
            <a:r>
              <a:t>🔔 消息通知系统（双层设计）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① MainWindow 灵动岛通知栏：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QFrame 顶部胶囊形通知，5s自动隐藏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有打开聊天时不弹出（智能去重）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点击通知直达聊天页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② NotificationPopup 浮动弹窗：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居中显示，5s自动隐藏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mousePressEvent 点击跳转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作为无聊天窗口时的兜底通知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第四部分：聊天系统（续）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ChatDialog · ChatListPage · 消息持久化 · 敏感词过滤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💬 ChatDialog — 模态聊天窗口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显示对方在线状态（绿/灰实时更新）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loadMessageHistory() 从DB加载历史消息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双向查询：(sender=A AND receiver=B) OR 反向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sendMessage() 双路径持久化：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① INSERT INTO messages（数据库）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② ChatClient::sendMessage（TCP实时）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发送前 Filter 敏感词检查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内嵌关注/取消关注按钮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📋 ChatListPage — 会话列表页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子查询聚合最近联系人 + 最后消息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卡片式列表：头像首字母 + 用户名 + 时间 + 预览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已读/未读样式区分（灰色/深色）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QStackedWidget 内联聊天：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列表页(index 0) ↔ 聊天页(index 1)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点击进入 → 标记消息已读 → 加载消息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实时接收：onMessageReceived() 动态插入气泡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54864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🚫 Filter — 敏感词过滤 Singleton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硬编码约100条中文敏感词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色情类 / 辱骂类 / 违法类 / 交易类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子串匹配 contains() 暴力搜索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大小写不敏感（toLower）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用于发布商品标题/描述校验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以及发送聊天消息前校验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改进方向：Aho-Corasick自动机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54864" cy="2011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9651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📦 聊天协议帧格式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│  4 bytes (Big-Endian uint32)         │  ← 负载长度 L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│  JSON payload (L bytes, UTF-8)       │  ← QJsonDocument::Compact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└──────────────────────────────────────┘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JSON 消息类型示例：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{"type":"login", "user_id":1, "username":"张三"}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{"type":"message", "to":2, "content":"你好"}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{"type":"ping"} → {"type":"pong"}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{"type":"user_list", "users":[...]}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160520"/>
            <a:ext cx="54864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09651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🔄 聊天双路径持久化策略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34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发送消息时的两条并行路径：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路径① 数据库持久化：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INSERT INTO messages (sender_id, receiver_id, content, created_at)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→ 保证消息不丢失，离线可查看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路径② TCP实时推送：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ChatClient::sendMessage() → 4字节帧 → ChatServer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→ processMessage() → 查找目标socket → sendJson() 转发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→ 对方 ChatClient::onReadyRead() → messageReceived 信号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→ ChatDialog/ChatListPage 实时显示气泡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第五部分：页面UI设计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12页面架构 · 卡片式布局 · 底部导航 · 灵动岛通知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🏗️ MainWindow — 主框架架构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QStackedWidget 承载12个页面（0-11索引）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5按钮底部导航栏：🏠首页 📦商品 ➕发布 🔍搜索 👤我的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QButtonGroup + 互斥选中 + 样式切换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switchPage() 统一页面切换入口，自动刷新数据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固定窗口尺寸 400×750（移动端比例）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Fusion 风格 + 全局 QSS 样式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灵动岛通知栏：QFrame 胶囊形，5s自动隐藏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🏠 HomePage — 首页设计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欢迎头部：👋 欢迎回来，{用户名}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三栏统计条：已发布 📦 / 已购买 🛒 / 关注 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数据来自 products/orders/followers 表 COUNT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超过99显示为 "99+"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13个分类标签：全部/数码/穿搭/家电/图书/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美妆/运动/食品/宠物/家具/文具/乐器/其他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选中状态红色高亮，点击切换筛选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热门推荐 Grid：2列卡片布局，每页8个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滚动懒加载，offset分页，防重复加载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👤 ProfilePage — 个人中心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圆形头像：用户名首字母 + 蓝色背景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6维订单统计：发布/购买/待确认/待发货/待收货/完成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点击数字跳转对应OrderListPage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功能菜单：编辑个人资料/我的消息/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我的发布/我的订单/退出登录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退出→清空session_token→断开聊天→回登录页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4160520"/>
            <a:ext cx="54864" cy="2011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📦 商品相关页面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ProductsPage — 双列商品卡片Grid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PublishPage — 发布表单 + 我的发布列表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Filter敏感词校验 → 插入 products 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publishSuccess 信号自动刷新首页/商品页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SearchPage — LIKE 模糊搜索 + 去重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GROUP BY title 避免重复商品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ProductDetailDialog — 详情 + 议价购买 + 聊天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4160520"/>
            <a:ext cx="54864" cy="2011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🎴 卡片式商品组件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统一的 createProductCard() 函数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175×220 固定尺寸，白色圆角卡片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图片区域（175×130）+ 分类标签 + 标题 + 价格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eventFilter() 处理点击事件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property("productId") 存储商品ID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Hover 效果：背景色微变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在 HomePage / SearchPage / ProductsPage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三处复用同一组件设计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DD"/>
                </a:solidFill>
              </a:defRPr>
            </a:pPr>
            <a:r>
              <a:t>TECHNICAL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2103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🏛️ 架构特点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客户端-服务器分离架构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两个独立进程：GUI客户端 + ChatServer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Singleton 模式管理核心服务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  DbManager / ChatClient / Filter / VerificationCodeManager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QStackedWidget 单页应用式导航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信号槽驱动的事件通信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无ORM，纯参数化SQL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🔐 安全机制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SHA-256 密码哈希存储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参数化查询防 SQL 注入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5次登录失败锁定 + 会话令牌管理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验证码 5分钟过期 + 一次有效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敏感词内容过滤（4类约100词）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HTTP 路径遍历防护（.. 检测）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单设备登录互踢策略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7160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⚙️ 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语言：C++17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框架：Qt 6.10.3 (Widgets/Sql/Network)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数据库：MariaDB/MySQL + QMARIADB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通信：TCP + 自定义JSON协议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邮件：SMTP/SSL (126.com:465)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图片：Base64 Data URI + HTTP文件服务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构建：CMake + MinGW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54864" cy="2011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📊 代码规模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约 20+ 个 .h/.cpp 源文件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6 张数据库表，30+ 字段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12 个主页面 + 多个对话框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TCP 协议 7 种消息类型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HTTP 2 个路由端点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SMTP 10 状态有限状态机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约 100 条敏感词过滤库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4160520"/>
            <a:ext cx="54864" cy="20116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1C40F"/>
                </a:solidFill>
              </a:defRPr>
            </a:pPr>
            <a:r>
              <a:t>⭐ 亮点功能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实时TCP聊天 + 离线消息DB双路径持久化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灵动岛式通知栏（类似iOS设计）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自定义长度前缀JSON通信协议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数据库零配置自举（auto create DB + tables）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Schema Evolution 向后兼容升级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订单6状态完整生命周期管理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价格议价机制（offer_price）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4160520"/>
            <a:ext cx="54864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096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🔮 改进方向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348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密码加盐（bcrypt/Argon2）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敏感词过滤改用 Aho-Corasick 自动机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验证码迁移至 Redis 存储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聊天支持图片/文件传输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指数退避重连策略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HTTPS + WSS 加密通信</a:t>
            </a:r>
          </a:p>
          <a:p>
            <a:pPr>
              <a:spcAft>
                <a:spcPts val="300"/>
              </a:spcAft>
              <a:defRPr sz="1100">
                <a:solidFill>
                  <a:srgbClr val="CCCCDD"/>
                </a:solidFill>
              </a:defRPr>
            </a:pPr>
            <a:r>
              <a:t>• 单元测试 + CI/CD 集成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88"/>
                </a:solidFill>
              </a:defRPr>
            </a:pPr>
            <a:r>
              <a:t>校园二手交易平台 · 课程设计答辩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743200"/>
            <a:ext cx="9144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9144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2743200"/>
            <a:ext cx="9144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0" y="2743200"/>
            <a:ext cx="9144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914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spcBef>
                <a:spcPts val="800"/>
              </a:spcBef>
              <a:defRPr sz="2400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DD"/>
                </a:solidFill>
              </a:defRPr>
            </a:pPr>
            <a:r>
              <a:t>校园二手交易平台 · 基于 Qt6/C++ 与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2113</Words>
  <Application>Microsoft Office PowerPoint</Application>
  <PresentationFormat>宽屏</PresentationFormat>
  <Paragraphs>332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苟 宇田</cp:lastModifiedBy>
  <cp:revision>2</cp:revision>
  <dcterms:created xsi:type="dcterms:W3CDTF">2013-01-27T09:14:16Z</dcterms:created>
  <dcterms:modified xsi:type="dcterms:W3CDTF">2026-06-16T07:51:41Z</dcterms:modified>
  <cp:category/>
</cp:coreProperties>
</file>